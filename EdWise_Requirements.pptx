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777240"/>
            <a:ext cx="1188720" cy="1188720"/>
          </a:xfrm>
          <a:prstGeom prst="ellipse">
            <a:avLst/>
          </a:prstGeom>
          <a:solidFill>
            <a:srgbClr val="1A6FD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77640" y="804672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Vendor Certification Portal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Verification Module — Requirements Document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401568"/>
            <a:ext cx="2743200" cy="274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566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6FD4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566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3566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6FD4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566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DOE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566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6FD4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566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356616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1A6FD4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566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Vendor Certification Portal · Ed-Fi ODS 2026 · Indiana DOE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Student Verification — Requirements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scope, and application 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84248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20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API integration, authentication flow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71216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07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916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features: data input, fetch, validation, export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58184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Entities &amp; Fields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Contact, and Association entity specifications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097280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11338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64608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64608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Field-level, format, and descriptor validation logic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198424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1984248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0208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608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endpoints used for fetch and descriptor lookup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87121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871216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907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64608" y="29169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Requirements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step layout, and result displays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75818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758184"/>
            <a:ext cx="73152" cy="7498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64608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64608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security, and browser compatibility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scope, and application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029200" cy="54864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88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Purpose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Automate vendor data certification for Indiana DOE Ed-Fi ODS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36776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Allow vendors to verify Student, Contact &amp; Association records live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Replace manual data review with real-time API-backed validation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Generate downloadable Excel certification reports for audit trails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100584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1155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23560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00584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1155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69480" y="1609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Entities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920240"/>
            <a:ext cx="1463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0299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487168"/>
            <a:ext cx="84124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487168"/>
            <a:ext cx="84124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Module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89864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98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71600" y="2871216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entity · Contact entity · StudentContactAssociation · Descriptor API validation · Multi-record batch · Excel export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289864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8986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371600" y="2871216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modules · School Enrollment · Staff · All 16 other Ed-Fi resources (Coming Soon)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312724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127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71600" y="3127248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entity · Contact entity · StudentContactAssociation · Descriptor API validation · Multi-record batch · Excel export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338328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832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371600" y="3383280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modules · School Enrollment · Staff · All 16 other Ed-Fi resources (Coming Soon)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703320"/>
            <a:ext cx="841248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Version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51760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DOE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3749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858000" y="3959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Student Module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API integration, and authentication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24128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web UI framework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24128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24128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618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24128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24128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115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13350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618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processing &amp; validation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103120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194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to Ed-Fi ODS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103120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103120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2194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Bearer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credentials token 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35040" y="2103120"/>
            <a:ext cx="265176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2103120"/>
            <a:ext cx="2651760" cy="64008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1945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26974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.xlsx report generation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310128"/>
            <a:ext cx="8412480" cy="12070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383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 (OAuth2 Client Credentials)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801368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96596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18688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38328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Expired?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636008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80060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/oauth/token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(Basic Auth)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53328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21792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70648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635240" y="3703320"/>
            <a:ext cx="1234440" cy="585216"/>
          </a:xfrm>
          <a:prstGeom prst="roundRect">
            <a:avLst>
              <a:gd name="adj" fmla="val 937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35240" y="3703320"/>
            <a:ext cx="1234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Ed-Fi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(Bearer Token)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required in the Student Verification module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69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078992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789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9768" y="1280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Multi-Record 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1481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N pairs of Student + Contact Unique IDs. Support '+Add New Record' to expand input rows dynamically.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24128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0698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94960" y="1078992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07899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64608" y="1280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Token Management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64608" y="1481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bearer token using client credentials. Cache token in session state. Auto-refresh on expiry using expires_in value.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1792224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792224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1837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60120" y="1847088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9768" y="2048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Data Fetch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2249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Student, Contact, and Association records per ID pair from Ed-Fi ODS REST API endpoints.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1792224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792224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837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94960" y="1847088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184708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64608" y="2048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Detection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64608" y="2249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API returns 0 records or HTTP error. Mark entity as NOT FOUND and flag all fields for that record.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2560320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2560320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60120" y="2615184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2615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29768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9768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field: mandatory checks, name format, date format (YYYY-MM-DD), email format, boolean format.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2560320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560320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26060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94960" y="2615184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26151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64608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API Validation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64608" y="3017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BirthSexDescriptor, BirthCountryDescriptor, and ElectronicMailTypeDescriptor live against ODS descriptor APIs.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3328416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3328416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3374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60120" y="3383280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0120" y="3383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2976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Sample Data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29768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reviewers to edit expected/sample data tables interactively using Streamlit data_editor widgets.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3328416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3328416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3741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94960" y="3383280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3383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86460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Manager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864608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add, edit, or delete ODS API endpoint URLs directly in the UI without redeploying the app.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4096512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4096512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" y="4142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960120" y="4151376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0120" y="41513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29768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 Display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29768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per-entity stat cards (Total / Valid / Invalid counts) and per-field tabular results with color coding.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41605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54880" y="4096512"/>
            <a:ext cx="54864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64608" y="41422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94960" y="4151376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94960" y="415137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864608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864608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full certification report as .xlsx with sheets: Summary, Target data, Validation results, All Invalid Fields.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Entities &amp; Fields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Contact, and StudentContactAssociation field specifications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2788920" cy="38404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435608"/>
            <a:ext cx="278892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5448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682496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7373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StudentUniqueId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36192" y="174650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17465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40280" y="17373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020824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36192" y="2084832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6192" y="2084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240280" y="2075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" y="24140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MiddleName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536192" y="2423160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240280" y="24140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2697480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" y="27523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LastSurname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36192" y="2761488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36192" y="27614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40280" y="27523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3035808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" y="30906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BirthSexDescriptor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536192" y="3099816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36192" y="3099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240280" y="30906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" y="3374136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3429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536192" y="343814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36192" y="343814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240280" y="34290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3712464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" y="37673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BirthCountryDescriptor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536192" y="3776472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36192" y="3776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240280" y="376732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46120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46120" y="1005840"/>
            <a:ext cx="27889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Contact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46120" y="1435608"/>
            <a:ext cx="278892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48056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21208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46120" y="1682496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00984" y="17373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ContactUniqueId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62272" y="174650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62272" y="17465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166360" y="17373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246120" y="2020824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00984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62272" y="2084832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62272" y="2084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166360" y="2075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46120" y="2359152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00984" y="24140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LastSurname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62272" y="2423160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62272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166360" y="24140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246120" y="2697480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00984" y="27523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ElectronicMailTypeDescriptor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2272" y="2761488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62272" y="27614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166360" y="275234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246120" y="3035808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00984" y="30906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ElectronicMailAddress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462272" y="3099816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62272" y="309981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5166360" y="309067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172200" y="100584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172200" y="1005840"/>
            <a:ext cx="2788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6364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Association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172200" y="1435608"/>
            <a:ext cx="2788920" cy="2194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1792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40664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13816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172200" y="1682496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27064" y="173736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StudentUniqueId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388352" y="174650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88352" y="17465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092440" y="17373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172200" y="2020824"/>
            <a:ext cx="27889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27064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ContactUniqueId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7388352" y="2084832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88352" y="2084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092440" y="20756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172200" y="2359152"/>
            <a:ext cx="27889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27064" y="24140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LegalDesignee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388352" y="2423160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88352" y="242316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092440" y="24140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Validation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Field-level, format, and live descriptor validation logic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Mandatory Field Check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StudentUniqueId, FirstName, LastSurname required for Student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5636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ContactUniqueId, ElectronicMailAddress required for Contact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LegalDesignee required for Association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Any empty mandatory field → ❌ Invalid with specific reason message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160520" cy="32004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Name Format 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35331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FirstName, MiddleName, LastSurname: letters, spaces, hyphens, apostrophes, dots only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46320" y="15636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Regex pattern: ^[A-Za-z\s\-'.]+$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177393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Numeric or special character values → ❌ Invalid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98424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Empty optional name fields → 'Missing — no value posted'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313432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13432"/>
            <a:ext cx="416052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13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Format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66090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BirthDate must strictly match YYYY-MM-DD pattern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287121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Value is then parsed with datetime.strptime for real date check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0815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Invalid calendar dates (e.g. 2023-02-30) → ❌ Invalid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29184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AcquisitionDate, PaymentDate: same YYYY-MM-DD rule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313432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313432"/>
            <a:ext cx="41605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313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Descriptor API 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66090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BirthSexDescriptor → GET /sexDescriptors?codeValue={val}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287121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BirthCountryDescriptor → GET /countryDescriptors?codeValue={val}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0815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ElectronicMailTypeDescriptor → GET /electronicMailTypeDescriptors?codeValue={val}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29184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Value not found in API → ❌ Invalid with specific error message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621024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621024"/>
            <a:ext cx="416052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6210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Email &amp; Boolean Checks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96849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ElectronicMailAddress: must match ^[^@\s]+@[^@\s]+\.[^@\s]+$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17880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LegalDesignee: must be true, false, 1, or 0 (case-insensitive)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38912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Boolean normalized to 'true' or 'false' string after validation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459943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Invalid email or boolean → ❌ Invalid with value shown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621024"/>
            <a:ext cx="41605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621024"/>
            <a:ext cx="416052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6210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NOT FOUND Handling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96849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If API returns HTTP != 200 OR empty record list → NOT_FOUND status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417880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fields for that record flagged as ❌ Invalid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438912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Reason: 'Record NOT FOUND — vendor did not post this record to API'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459943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Visual: red row in Result 1 table + error banner above results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API Specifications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Ed-Fi ODS endpoints used for data fetch and descriptor lookup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8412480" cy="256032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0" y="13441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51760" y="134416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URL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09344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367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99032" y="1645920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16459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11680" y="16367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/students?totalCount=true&amp;studentUniqueId={StudentUniqueId}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911096"/>
            <a:ext cx="84124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385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99032" y="1947672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1947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011680" y="193852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/contacts?totalCount=true&amp;contactUniqueId={ContactUniqueId}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212848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40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99032" y="2249424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99032" y="22494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11680" y="224028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/studentContactAssociations?totalCount=true&amp;studentUniqueId={sid}&amp;contactUniqueId={cid}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26151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Validation Endpoints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44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 Field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0" y="2944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Lookup Endpoint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200400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27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BirthSexDescriptor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0" y="32278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/sexDescriptors?codeValue={value}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02152"/>
            <a:ext cx="8412480" cy="2834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5295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BirthCountryDescriptor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0" y="35295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/countryDescriptors?codeValue={value}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803904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313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ElectronicMailTypeDescriptor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0" y="383133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/electronicMailTypeDescriptors?codeValue={value}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224528"/>
            <a:ext cx="84124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2702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 Base URL: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508760" y="42702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https://&lt;ods-host&gt;/2026/data/v3/ed-fi   ·   All endpoints use OAuth2 Bearer Token in Authorization header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44988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fetched from POST /oauth/token using Basic Auth (API key + secret). Token cached until expiry.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UI / UX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navigation, step layout, and result display specifications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310896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35331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sidebar replaces Streamlit default page nav (hidden via CSS)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5636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17 resource items with emoji icons and resource names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7393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Active item highlighted with blue left border and light blue background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Sidebar width fixed at 300px; always expanded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Footer shows version, ODS version, and state info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0320"/>
            <a:ext cx="416052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603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 Banner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" y="290779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Full-width header card with logo icon, app name, current resource title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1810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Displays Ed-Fi ODS version and Indiana DOE label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2841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Shows Demo User label with DEMO badge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5387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Login Coming Soon notice in top-right corner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05840"/>
            <a:ext cx="4160520" cy="310896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058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Layout (3 Steps)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135331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 1: Multi-column ID input grid (max 3 per row)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5636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 2: Tabbed data editor (Student / Contact / Association tabs)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77393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Step 3: Primary action button 'Run Certification Validation'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Endpoint Configuration in collapsible expander panel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56032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560320"/>
            <a:ext cx="416052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5603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Layout (2 Results)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290779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 1: Tabbed raw data tables with red row highlight for NOT FOUND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311810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 2: 3-column stat cards per entity (Total / Valid / Invalid counts)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32841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Per-entity tabbed validation detail tables with green/red row coloring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46320" y="35387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API Call Log in collapsible expander for debugging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46320" y="374904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Excel download button at bottom of results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142232"/>
            <a:ext cx="8503920" cy="640080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879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&amp; Styling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398264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Plus Jakarta Sans — Primary UI font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608576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JetBrains Mono — Input fields (monospaced)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09160" y="4187952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Dark/light mode CSS variables (--bg-primary, --bg-secondary)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09160" y="4398264"/>
            <a:ext cx="4114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Streamlit CSS overrides for sidebar, buttons, tabs, and data frames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Non-Functional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security, compatibility, and maintainability expectations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16052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20440" y="10241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3716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fetch for 3 records should complete in &lt;30 seconds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Descriptor API calls cached per session (no re-fetch for same value)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8653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Token auto-refreshed without user interaction or page reload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24128"/>
            <a:ext cx="416052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24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55280" y="10241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3716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credentials stored in .streamlit/secrets.toml (never hardcoded)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16184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secrets.toml excluded from version control via .gitignore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186537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Bearer token stored in session state only; never exposed in UI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677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67712"/>
            <a:ext cx="416052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67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Compatibility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20440" y="22677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26151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Application must run on Streamlit 1.32.0 or higher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28620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3.10+ required for compatibility with all dependencies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1089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Output .xlsx files must open correctly in Microsoft Excel and Google Sheets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67712"/>
            <a:ext cx="4160520" cy="310896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267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Maintainability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22677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6151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Resources list configurable via RESOURCES constant (no code refactor needed)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0" y="28620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API endpoints editable in the UI at runtime without redeployment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10896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logic modular — per-field functions independently testable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51129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511296"/>
            <a:ext cx="416052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Usability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20440" y="35112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8587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New vendors must understand the 3-step flow without training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4105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Validation results must clearly distinguish Valid vs. Invalid fields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11480" y="4352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error states (NOT FOUND, API error, empty) must show clear messages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351129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511296"/>
            <a:ext cx="4160520" cy="310896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5112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Reliability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955280" y="35112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38587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Application must handle API timeouts gracefully (10 second timeout)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4105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Partial fetch results (one entity found, another not) must not crash the app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4352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Session state must preserve input between button clicks within the same session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Reporting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structure and sheet-level output requirements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Format: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005840"/>
            <a:ext cx="594360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1005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EdWise_CertReport_Student_YYYYMMDD_HHMM.xlsx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138988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73352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73352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1673352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Entity-level pass/fail counts: Student, Contact, Association with totals, valid count, invalid count, and overall status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1984248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11680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11680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Target_Student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331720" y="2011680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response records for Student entity — all fields returned from ODS, including _api_status column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322576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50008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50008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Target_Contact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31720" y="2350008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response records for Contact entity — all fields returned from ODS, including _api_status column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660904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88336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688336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Target_Assoc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331720" y="2688336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response records for StudentContactAssociation — all fields and _api_status column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026664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26664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Validation_Student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331720" y="3026664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 results for Student: Record #, Field, Value, Status (✅/❌), Reason message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3337560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364992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364992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31720" y="3364992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 results for Contact: Record #, Field, Value, Status (✅/❌), Reason message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675888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703320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03320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Validation_Assoc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31720" y="3703320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 results for Association: Record #, Field, Value, Status (✅/❌), Reason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014216"/>
            <a:ext cx="8412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41648"/>
            <a:ext cx="1783080" cy="192024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41648"/>
            <a:ext cx="1783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All_Invalid_Fields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31720" y="4041648"/>
            <a:ext cx="6355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list of all ❌ Invalid fields across all entities — Entity column added for cross-reference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2D5E"/>
          </a:solidFill>
          <a:ln w="12700">
            <a:solidFill>
              <a:srgbClr val="0D2D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Student Verification Module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4965192"/>
            <a:ext cx="84124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777240"/>
            <a:ext cx="1188720" cy="1188720"/>
          </a:xfrm>
          <a:prstGeom prst="ellipse">
            <a:avLst/>
          </a:prstGeom>
          <a:solidFill>
            <a:srgbClr val="1A6FD4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77640" y="804672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Complete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Student Verification Module — All Requirements Documented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1A6FD4"/>
          </a:solidFill>
          <a:ln w="12700">
            <a:solidFill>
              <a:srgbClr val="1A6F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38328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A6FD4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Functional Requirements defined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338328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A6FD4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 Non-Functional Requirements defined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3075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A6FD4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Data entities · 15+ fields validated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3075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A6FD4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API endpoints specified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F42"/>
          </a:solidFill>
          <a:ln w="12700">
            <a:solidFill>
              <a:srgbClr val="0A1F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EdWise Group · Vendor Certification Portal · Ed-Fi ODS 2026 · Indiana DOE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EdWise Student Verification — Requirements Document</dc:title>
  <dc:subject>PptxGenJS Presentation</dc:subject>
  <dc:creator>EdWise Group</dc:creator>
  <cp:lastModifiedBy>EdWise Group</cp:lastModifiedBy>
  <cp:revision>1</cp:revision>
  <dcterms:created xsi:type="dcterms:W3CDTF">2026-03-25T14:33:40Z</dcterms:created>
  <dcterms:modified xsi:type="dcterms:W3CDTF">2026-03-25T14:33:40Z</dcterms:modified>
</cp:coreProperties>
</file>